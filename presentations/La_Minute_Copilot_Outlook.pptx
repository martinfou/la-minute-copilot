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🤖 La minute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D4F0"/>
                </a:solidFill>
                <a:latin typeface="Calibri"/>
              </a:defRPr>
            </a:pPr>
            <a:r>
              <a:t>Copilot dans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D4F0"/>
                </a:solidFill>
                <a:latin typeface="Calibri"/>
              </a:defRPr>
            </a:pPr>
            <a:r>
              <a:t>3 astuces pour IT et non-IT  •  Sauvegarder ses prompts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2B2B"/>
                </a:solidFill>
                <a:latin typeface="Calibri"/>
              </a:defRPr>
            </a:pPr>
            <a:r>
              <a:t>🧠 Astuce 1 — Résumer un fil de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Fini les longues lectures de 15 courriels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4747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Calibri"/>
              </a:defRPr>
            </a:pPr>
            <a:r>
              <a:t>📋 Comment faire?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926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1. Ouvrir un courriel dans un fil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2. Cliquer sur l'icône Copilot dans le ruban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3. Choisir «Summarize»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Ou taper directement votre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demande en français!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554480"/>
            <a:ext cx="34747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💬 Exemples de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«Résume ce fil de discussion et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liste les décisions prises»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«Quelles sont les dates de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livraison mentionnées?»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«Extrais les action items avec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responsables et échéances»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554480"/>
            <a:ext cx="34747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🎯 Qui? Pourquoi?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926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👨‍💼 Gestionnaires: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Suivre 5 projets à la fois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👩‍💻 IT: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Retour de congé → résumé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des 50 courriels en 30 sec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👤 Non-IT: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Fils interminables de clients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2B2B"/>
                </a:solidFill>
                <a:latin typeface="Calibri"/>
              </a:defRPr>
            </a:pPr>
            <a:r>
              <a:t>✍️ Astuce 2 — Rédiger une réponse en 2 clics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Plus besoin de chercher ses mots — décrivez, Copilot écrit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035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Calibri"/>
              </a:defRPr>
            </a:pPr>
            <a:r>
              <a:t>📋 Comment faire?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1. Cliquez sur «Reply» normalement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2. Dans le bas de la fenêtre, cliquez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sur l'icône Copilot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3. Tapez ce que vous voulez dire: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«Remercie Jean et confirme que le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rapport sera prêt vendredi»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4. Copilot génère un brouillon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→ Vous éditez ou envoyez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554480"/>
            <a:ext cx="53035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🎨 💡 Ajustement de 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Après la génération, demandez: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«Make this more professional»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«Make it friendlier»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«Make it more concise»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«Réécris en ton neutre»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«Version courrier interne»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🎯 Pour tout le monde!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Surtout ceux qui écrivent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beaucoup de courriels par jour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2B2B"/>
                </a:solidFill>
                <a:latin typeface="Calibri"/>
              </a:defRPr>
            </a:pPr>
            <a:r>
              <a:t>🎯 Astuce 3 — Prioriser sa boîte de réception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Au lieu de fouiller 50+ courriels, laissez Copilot trier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4747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Calibri"/>
              </a:defRPr>
            </a:pPr>
            <a:r>
              <a:t>📋 Comment faire?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926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Ouvrez le volet Copilot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(icône dans le ruban à droite)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Puis écrivez: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«Show me my most urgent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unread emails from today»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C'est tout!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554480"/>
            <a:ext cx="34747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💬 Variations utiles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«Prioritize my emails this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week by importance»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«Quels courriels nécessitent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une action de ma part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demain?»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«Résume les courriels de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mon gestionnaire des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derniers jours»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554480"/>
            <a:ext cx="34747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🎯 Scénarios gagnants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926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👨‍💼 Lundi matin: prioriser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50 courriels du week-end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👩‍💻 Retour de vacances: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tout savoir en 2 minutes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👤 Fin de mois: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ne rien oublier avant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la date limite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2B2B"/>
                </a:solidFill>
                <a:latin typeface="Calibri"/>
              </a:defRPr>
            </a:pPr>
            <a:r>
              <a:t>💾 Bonus — Sauvegarder ses prompts Copilot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38328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Calibri"/>
              </a:defRPr>
            </a:pPr>
            <a:r>
              <a:t>⭐ Quick Parts (recommandé)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1. Nouveau courriel → tapez votre prompt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2. Sélectionnez le texte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3. Insertion → Quick Parts →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   Save Selection to Quick Part Gallery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4. Nommez: «[CP] Résumer fil»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✅ Réutiliser: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Insertion → Quick Parts → votre prompt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💡 Créez-en 3-4 pour vos tâches fréquentes!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188720"/>
            <a:ext cx="338328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📄 OneNote / Bloc-Notes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Page partagée «Mes prompts Copilot»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Classez par app: Outlook, Teams, Word...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Copier-coller → prompt utilisé en 2 sec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188720"/>
            <a:ext cx="338328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🏪 Copilot Lab (officiel)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Galerie gratuite de prompts Microsoft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copilot.cloud.microsoft/prompts</a:t>
            </a:r>
          </a:p>
          <a:p>
            <a:pPr>
              <a:spcAft>
                <a:spcPts val="4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Centaines de prompts prêts à copier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🎯 Les 3 astuces + le bonus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2011680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AA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2B2B"/>
                </a:solidFill>
                <a:latin typeface="Calibri"/>
              </a:defRPr>
            </a:pPr>
            <a:r>
              <a:t>🧠 Résumer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Calibri"/>
              </a:defRPr>
            </a:pPr>
            <a:r>
              <a:t>Fini les longs fils</a:t>
            </a:r>
            <a:br/>
            <a:r>
              <a:t>de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0" y="2011680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AA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2B2B"/>
                </a:solidFill>
                <a:latin typeface="Calibri"/>
              </a:defRPr>
            </a:pPr>
            <a:r>
              <a:t>✍️ Rédiger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92608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Calibri"/>
              </a:defRPr>
            </a:pPr>
            <a:r>
              <a:t>Décrire en 5 mots</a:t>
            </a:r>
            <a:br/>
            <a:r>
              <a:t>Copilot écrit le reste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011680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AA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2B2B"/>
                </a:solidFill>
                <a:latin typeface="Calibri"/>
              </a:defRPr>
            </a:pPr>
            <a:r>
              <a:t>🎯 Prioriser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926080"/>
            <a:ext cx="2926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Calibri"/>
              </a:defRPr>
            </a:pPr>
            <a:r>
              <a:t>50 courriels triés</a:t>
            </a:r>
            <a:br/>
            <a:r>
              <a:t>en 30 secondes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754880"/>
            <a:ext cx="5760720" cy="1097280"/>
          </a:xfrm>
          <a:prstGeom prst="rect">
            <a:avLst/>
          </a:prstGeom>
          <a:solidFill>
            <a:srgbClr val="FFF3CD"/>
          </a:solidFill>
          <a:ln>
            <a:solidFill>
              <a:srgbClr val="FFE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9377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56E04"/>
                </a:solidFill>
                <a:latin typeface="Calibri"/>
              </a:defRPr>
            </a:pPr>
            <a:r>
              <a:t>💾 Bonus: Sauvegardez vos prompts avec Quick Parts + OneNote + Copilot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D4F0"/>
                </a:solidFill>
                <a:latin typeface="Calibri"/>
              </a:defRPr>
            </a:pPr>
            <a:r>
              <a:t>La minute Copilot — Rendez-vous la semaine prochaine!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