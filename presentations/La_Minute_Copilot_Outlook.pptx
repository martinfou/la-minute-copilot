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Accueil: «Bonjour à tous! Bienvenue à cette nouvelle minute Copilot. Aujourd'hui on va voir comment Copilot peut vous faire gagner du temps dans Outlook, même avec la version de base.»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Démo: Ouvrir un long fil Outlook. Montrer le bouton Copilot. Cliquer sur Summarize. Montrer le résumé avec les décisions et action items. Insister: «Plus besoin de tout lire!»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Démo: Répondre à un courriel. Montrer l'icône Copilot dans la fenêtre de réponse. Taper: «Remercie Jean, confirme livraison vendredi». Montrer le résultat. Puis montrer l'ajustement de ton: «Make this more professional».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Démo: Ouvrir le volet Copilot. Montrer le prompt. Expliquer que c'est utile le lundi matin ou après un congé. Mentionner qu'on peut aussi demander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Astuce préférée! Les prompts Copilot ne se sauvegardent pas automatiquement. Avec Quick Parts, on les réutilise en un clic. Montrer la démo: créer un Quick Part, l'utiliser dans un nouveau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Récapitulation rapide. Encourager à essayer AU MOINS UNE astuce cette semaine. Rappeler le prochain rendez-vous!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🤖 La minute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D4F0"/>
                </a:solidFill>
                <a:latin typeface="Calibri"/>
              </a:defRPr>
            </a:pPr>
            <a:r>
              <a:t>Copilot dans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D4F0"/>
                </a:solidFill>
                <a:latin typeface="Calibri"/>
              </a:defRPr>
            </a:pPr>
            <a:r>
              <a:t>3 astuces pour IT et non-IT  •  Sauvegarder ses prompts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🧠 Astuce 1 — Résumer un fil de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Fini les longues lectures de 15 courriels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un courriel dans un long fil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sur l'icône Copilot dans le ruban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Choisir «Summarize» ou taper sa propre demande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💬 Exemples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ce fil et liste les décisions prises»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«Quelles sont les dates de livraison?»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«Extrais les action items avec échéances»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🎯 Qui? Pourquoi?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👨‍💼 Gestionnaires: suivre plusieurs projets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👩‍💻 IT: retour de congé → 50 courriels résumés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👤 Non-IT: fils clients interminables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✍️ Astuce 2 — Rédiger une réponse en 2 clics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Décrivez en 5 mots, Copilot écrit le reste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Reply → icône Copilot dans la fenêtre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Taper ce qu'on veut dire en langage naturel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Ajuster le ton: professional, friendly, concise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106984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🎨 💡 Ajustement de 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«Make this more professional»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«Make it friendlier»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«Make it more concise»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«Réécris en ton neutre»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🎯 Pour tout le monde!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🎯 Astuce 3 — Prioriser sa boîte de réception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Laissez Copilot trier vos 50+ courriels non 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(icône dans le ruban à droite)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Écrire: «Show me my most urgent unread emails from today»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trie et explique pourquoi chaque courriel est prioritaire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💬 Variations utiles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«Prioritize my emails this week»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«Quels courriels nécessitent une action?»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les courriels de mon gestionnaire»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3017520"/>
            <a:ext cx="521208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🎯 Scénarios gagnants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57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matin: 50 courriels, 30 secondes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Retour de vacances: tout savoir rapidement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mois: ne rien oublier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2B2B"/>
                </a:solidFill>
                <a:latin typeface="Calibri"/>
              </a:defRPr>
            </a:pPr>
            <a:r>
              <a:t>💾 Bonus — Sauvegarder ses prompts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21208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Calibri"/>
              </a:defRPr>
            </a:pPr>
            <a:r>
              <a:t>⭐ Quick Parts (recommandé)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1. Nouveau courriel → tapez votre prompt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2. Sélectionnez le texte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3. Insertion → Quick Parts → Sauvegarder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4. Nommez: «[CP] Résumer fil»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✅ Pour réutiliser: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Insertion → Quick Parts → votre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88720"/>
            <a:ext cx="521208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📄 OneNote ou Copilot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📄 OneNote: page partagée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«Mes prompts Copilot»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🏪 Copilot Lab: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copilot.cloud.microsoft/prompts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Centaines de prompts officiels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🎯 Les 3 astuces + le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🧠 Résumer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Fini les longs fils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4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✍️ Rédiger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5 mots → Copilot écrit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011680"/>
            <a:ext cx="34747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AAD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194560"/>
            <a:ext cx="2926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2B2B"/>
                </a:solidFill>
                <a:latin typeface="Calibri"/>
              </a:defRPr>
            </a:pPr>
            <a:r>
              <a:t>🎯 Prioriser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92608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50 courriels triés en 30s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754880"/>
            <a:ext cx="5760720" cy="1097280"/>
          </a:xfrm>
          <a:prstGeom prst="rect">
            <a:avLst/>
          </a:prstGeom>
          <a:solidFill>
            <a:srgbClr val="FFF3CD"/>
          </a:solidFill>
          <a:ln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9377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56E04"/>
                </a:solidFill>
                <a:latin typeface="Calibri"/>
              </a:defRPr>
            </a:pPr>
            <a:r>
              <a:t>💾 Sauvegardez vos prompts avec Quick Parts!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D4F0"/>
                </a:solidFill>
                <a:latin typeface="Calibri"/>
              </a:defRPr>
            </a:pPr>
            <a:r>
              <a:t>La minute Copilot — À la semaine prochaine!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