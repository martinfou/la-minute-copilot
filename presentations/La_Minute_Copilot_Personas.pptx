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Accueil: Aujourd'hui on va voir un truc qui change TOUT: donner un persona à Copilot.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persona c'est dire à Copilot QUI il est. Montrer la différence entre réponse avec et sans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personas clés. Sauvegardez-les dans Quick Parts!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deux versions. Le persona change COMMENT c'est présenté, pas ce qu'on demande.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formule magique. Applicable partout: Outlook, Teams, Word, Copilot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Défi de la semaine: essayer UN prompt avec persona au lieu de sans.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66928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46120"/>
            <a:ext cx="292608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5669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L'importance des personas dans les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0">
                <a:solidFill>
                  <a:srgbClr val="CCE0D2"/>
                </a:solidFill>
                <a:latin typeface="Calibri"/>
              </a:defRPr>
            </a:pPr>
            <a:r>
              <a:t>Donnez un rôle à Copilot pour des réponses 10x meilleures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Qu'est-ce qu'un persona?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Un rôle, un contexte, une expertise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Un persona = un rôle + un contexte + un ton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adapte sa réponse selon le persona donné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Sans persona: réponse générique et moyenne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Avec persona: réponse experte et ciblée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ircle-x_EF4444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  <a:latin typeface="Calibri"/>
              </a:defRPr>
            </a:pPr>
            <a:r>
              <a:t>Sans persona (moyen)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«Rédige un courriel de suivi»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générique, sans personnalité, applicable à personne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-check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Avec persona (puissant)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chef de projet senior, rédige un courriel de suivi technique»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experte, ton adapté, détails pertinents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3 personas indispensables dans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Pour chaque situation, le bon 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Ajoutez le persona au début du prompt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garde le contexte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Combinez persona + consigne + format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Persona professionnel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directeur général, réponds à un partenaire d'affaires. Ton formel mais pas froid.»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Parfait pour clients et partenaires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3168" y="310896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Persona collaborateur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collègue, écris à mon équipe. On se tutoie. Sois direct et amical.»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Parfait pour interne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aduation-cap_F59E0B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30906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7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Persona vulgarisateur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formateur, explique ce concept technique simplement. Pas de jargon.»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Parfait pour IT vers non-IT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Exemples concrets — Avant / Après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2120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x_EF4444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7632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64592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  <a:latin typeface="Calibri"/>
              </a:defRPr>
            </a:pPr>
            <a:r>
              <a:t>AVANT — Sans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46634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«Draft a reply to this email»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générique, sans contexte. Temps perdu à réécrire.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463040"/>
            <a:ext cx="52120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ircle-check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627632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01968" y="164592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APRÈS — Avec persona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40280"/>
            <a:ext cx="46634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«As a senior project manager, draft a reply to this stakeholder. Propose a timeline.»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ciblée, ton professionnel. Prêt à envoyer!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La recette: Persona + Contexte + Tâche +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La formule magique du prompt parfait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Persona: Qui es-tu? (chef de projet, développeur, formateur...)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Contexte: De quoi parlons-nous? (ce courriel, ce client...)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Tâche: Que veux-tu? (résumer, rédiger, analyser...)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Format: Comment? (3 puces, tableau, courriel formel...)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ayout-template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Template universel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[persona], dans le contexte de [sujet], [action] en [format].»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le-text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3168" y="310896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Exemple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«En tant que chef de projet, dans le cadre du projet Alpha, résume l'avancement en 3 puces.»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ave_F59E0B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30906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7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Sauvegarder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Quick Parts: votre template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OneNote: vos personas préférés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 Lab: copilot.cloud.microsoft/prompts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7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691640"/>
            <a:ext cx="304495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6957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_006B3F_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141" y="2176272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4117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1.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4117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Donnez un rôle à Copilot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556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st-tree_006B3F_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2176272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85716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2.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716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Persona + Contexte + Tâche + Format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0154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okmark_006B3F_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2338" y="2176272"/>
            <a:ext cx="347472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7314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3. Sauvegardez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7314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Quick Parts pour vos prompts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3160" y="4681728"/>
            <a:ext cx="7342631" cy="1078992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23160" y="4681728"/>
            <a:ext cx="64008" cy="1078992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7752" y="4937760"/>
            <a:ext cx="7013447" cy="71323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1">
                <a:solidFill>
                  <a:srgbClr val="006B3F"/>
                </a:solidFill>
                <a:latin typeface="Calibri"/>
              </a:defRPr>
            </a:pPr>
            <a:r>
              <a:t>Défi: Ajoutez un persona à TOUS vos prompts cette semaine!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300" b="0">
                <a:solidFill>
                  <a:srgbClr val="CCE0D2"/>
                </a:solidFill>
                <a:latin typeface="Calibri"/>
              </a:defRPr>
            </a:pPr>
            <a:r>
              <a:t>La minute Copilot — À la semaine prochaine!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