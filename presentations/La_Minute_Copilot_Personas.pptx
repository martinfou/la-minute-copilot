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Accueil: Aujourd'hui on va voir un truc qui change TOUT: donner un persona à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persona c'est dire à Copilot QUI il est. Montrer la différence entre réponse avec et sans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personas clés. Sauvegardez-les dans Quick Parts!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deux versions. Le persona change COMMENT c'est présenté, pas ce qu'on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formule magique. Applicable partout: Outlook, Teams, Word, Copilot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Défi de la semaine: essayer UN prompt avec persona au lieu de sans.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🤖 La minute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D4F0"/>
                </a:solidFill>
                <a:latin typeface="Calibri"/>
              </a:defRPr>
            </a:pPr>
            <a:r>
              <a:t>🎭 L'importance des personas dans les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D4F0"/>
                </a:solidFill>
                <a:latin typeface="Calibri"/>
              </a:defRPr>
            </a:pPr>
            <a:r>
              <a:t>Donnez un rôle à Copilot pour des réponses 10x meilleures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🎭 Qu'est-ce qu'un persona?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Un rôle, un contexte, une expertise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Un persona = un rôle + un contexte + un ton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adapte sa réponse selon le persona donné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Sans persona: réponse générique et moyenne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Avec persona: réponse experte et ciblée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❌ Sans persona (moyen)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«Rédige un courriel de suivi»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générique, sans personnalité, applicable à personne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✅ Avec persona (puissant)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chef de projet senior, rédige un courriel de suivi technique»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experte, ton adapté, détails pertinents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📝 3 personas indispensables dans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Pour chaque situation, le bon rôle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Ajoutez le persona au début du prompt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garde le contexte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Combinez persona + consigne + format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👔 Persona professionnel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directeur général, réponds à un partenaire d'affaires. Ton formel mais pas froid.»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✅ Parfait pour clients et partenaires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🤝 Persona collaborateur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collègue, écris à mon équipe. On se tutoie. Sois direct et amical.»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✅ Parfait pour interne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🎓 Persona vulgarisateur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formateur, explique ce concept technique simplement. Pas de jargon.»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✅ Parfait pour IT vers non-IT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💡 Exemples concrets — Avant / Après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21208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❌ AVANT — Sans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«Draft a reply to this email»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générique, sans contexte. Temps perdu à réécrire.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88720"/>
            <a:ext cx="521208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✅ APRÈS — Avec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«As a senior project manager, draft a reply to this stakeholder. Propose a timeline.»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ciblée, ton professionnel. Prêt à envoyer!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📋 La recette: Persona + Contexte + Tâche +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La formule magique du prompt parfait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Persona: Qui es-tu? (chef de projet, développeur, formateur...)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Contexte: De quoi parlons-nous? (ce courriel, ce client...)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Tâche: Que veux-tu? (résumer, rédiger, analyser...)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Format: Comment? (3 puces, tableau, courriel formel...)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📝 Template universel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[persona], dans le contexte de [sujet], [action] en [format].»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💡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chef de projet, dans le cadre du projet Alpha, résume l'avancement en 3 puces.»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017520"/>
            <a:ext cx="33832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🏪 Sauvegarder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Quick Parts: votre template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OneNote: vos personas préférés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Lab: copilot.cloud.microsoft/prompts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🎭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🎭 1.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Donnez un rôle à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4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📝 2.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Persona + Contexte + Tâche + Format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💾 3. Sauvegardez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Quick Parts pour vos prompts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754880"/>
            <a:ext cx="5760720" cy="1097280"/>
          </a:xfrm>
          <a:prstGeom prst="rect">
            <a:avLst/>
          </a:prstGeom>
          <a:solidFill>
            <a:srgbClr val="FFF3CD"/>
          </a:solidFill>
          <a:ln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9377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56E04"/>
                </a:solidFill>
                <a:latin typeface="Calibri"/>
              </a:defRPr>
            </a:pPr>
            <a:r>
              <a:t>🎯 Défi: Ajoutez un persona à TOUS vos prompts cette semaine!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D4F0"/>
                </a:solidFill>
                <a:latin typeface="Calibri"/>
              </a:defRPr>
            </a:pPr>
            <a:r>
              <a:t>La minute Copilot — À la semaine prochaine!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