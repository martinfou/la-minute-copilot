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Accueil: «Vous avez peut-être remarqué que Copilot propose plusieurs modes. Auto, Quick Response, Think Deeper... On démystifie ça en 5 minutes!»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l'interface Copilot. Expliquer les 3 modes simplement. AUTO = le mode par défaut, Copilot choisit pour vous. QUICK = pour les questions rapides, réponse en secondes. THINK DEEPER = pour les problèmes complexes qui méritent une réflexion approfondie. Insister: la plupart du temps, Auto fait le bon choix à votre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Adapter au contexte financier. Expliquer pourquoi Think Deeper est crucial pour l'analyse de risques mais inutile pour un courriel. Insister: mauvais choix de mode = perte de temps. Quick Response pour un rapport de conformité = risque d'erreur. Think Deeper pour un courriel = attente de 60 secondes sans raison. Auto gère ça pour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que le mode est persistant — si vous passez en Think Deeper, il reste pour la session. Pensez à vérifier avant de commencer! Aussi: les prompts longs et détaillés bénéficient plus du Think Deeper. Pour la conformité, le Think Deeper est plus fiable car il raisonne plus longtemps. Astuce de pro: en mode Think Deeper, ajoutez un persona (chef de projet, auditeur interne) pour des résultats encore plus ciblés.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Résumé: Auto par défaut, Quick pour la vitesse, Think Deeper pour la profondeur et la conformité. Le piège à éviter: le mauvais mode fait perdre du temps ou donne des résultats peu fiables. Défi de la semaine: essayer Think Deeper sur une tâche d'analyse ou de conformité — noter la différence de qualité.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66928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46120"/>
            <a:ext cx="292608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5669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Les modèles Copilot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0">
                <a:solidFill>
                  <a:srgbClr val="CCE0D2"/>
                </a:solidFill>
                <a:latin typeface="Calibri"/>
              </a:defRPr>
            </a:pPr>
            <a:r>
              <a:t>Auto · Quick Response · Think Deeper · Pour IT et non-IT · Institution financière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Martin Fournier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5669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200" b="0">
                <a:solidFill>
                  <a:srgbClr val="CCE0D2"/>
                </a:solidFill>
                <a:latin typeface="Calibri"/>
              </a:defRPr>
            </a:pPr>
            <a:r>
              <a:t>2026-05-17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Les 3 modes de Copilot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Le sélecteur en haut de votre écran — un outil, trois façons de penser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Auto (par défaut) → Copilot choisit le meilleur modèle selon la tâche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Quick Response → Réponse en quelques secondes, idéal pour tâches simples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Think Deeper → Raisonnement approfondi, pour problèmes complexes (30–90 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arkles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Auto (recommandé)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 choix par défaut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 délègue au bon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modèle selon la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complexité de votre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demande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Meilleur choix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dans la grande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majorité des 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zap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3168" y="3108960"/>
            <a:ext cx="25420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Quick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Réponse en quelques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secondes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Idéal pour: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courriels, résumés,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questions rapides,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reformulations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Vitesse avant tout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rain_F59E0B_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1" y="309067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7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Think Deeper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Réponse en 30–90 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Idéal pour: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analyse de risques,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conformité, code,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décisions complexes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Précision avant vitesse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Le bon mode pour le bon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Exemples concrets en institution financière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Quick Response: tâches simples et rapides — courriels, résumés, recherches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Think Deeper: analyse, conformité, code complexe — la précision vaut l'attente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Auto: laissez Copilot décider — il choisit bien dans la grande majorité des 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zap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Quick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Répondre à un courriel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Résumer un fil Teams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Rédiger un document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Chercher une information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Quand vous voulez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une réponse vite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in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3168" y="3108960"/>
            <a:ext cx="25420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Think Deeper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Analyser des données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Écrire du code complexe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Évaluer la conformité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Analyse de risques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Quand la précision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prime sur la vitesse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iangle-alert_EF4444_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1" y="309067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7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  <a:latin typeface="Calibri"/>
              </a:defRPr>
            </a:pPr>
            <a:r>
              <a:t>Attention: mauvais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Think Deeper pour un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courriel simple = 60 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d'attente inutile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Quick Response pour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une analyse de risques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= résultat peu fiable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Auto évite ces pièges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Trucs et astuces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3832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ye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7632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64592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Astuce 1 — Vérifiez le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834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 mode reste actif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d'une session à l'autre.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Avant de commencer,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regardez quel mode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est sélectionné en haut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 votre écran Copilot.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463040"/>
            <a:ext cx="33832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1627632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73168" y="1645920"/>
            <a:ext cx="25420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Astuce 2 — Conformité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240280"/>
            <a:ext cx="2834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En institution financière,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utilisez Think Deeper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pour toute analyse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impliquant conformité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ou données sensibles.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La rigueur vaut l'attente.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463040"/>
            <a:ext cx="33832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ghtbulb_F59E0B_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1" y="1627632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0767" y="164592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Astuce 3 — Combo gagnant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240280"/>
            <a:ext cx="2834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Think Deeper +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persona expert =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analyse de qualité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professionnelle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Ex: Think Deeper +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«auditeur interne»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7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À retenir — Les modes Copilot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691640"/>
            <a:ext cx="304495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6957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parkles_006B3F_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141" y="2176272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4117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Auto (défaut)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4117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Copilot choisit</a:t>
            </a:r>
            <a:br/>
            <a:r>
              <a:t>pour vous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8556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zap_006B3F_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2176272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85716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Quick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5716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Tâches simples</a:t>
            </a:r>
            <a:br/>
            <a:r>
              <a:t>Réponse en secondes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0154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rain_006B3F_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2338" y="2176272"/>
            <a:ext cx="347472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7314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Think Deeper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7314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Analyse, conformité</a:t>
            </a:r>
            <a:br/>
            <a:r>
              <a:t>30–90 s. Ça vaut l'attente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23160" y="4681728"/>
            <a:ext cx="7342631" cy="1078992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23160" y="4681728"/>
            <a:ext cx="64008" cy="1078992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7752" y="4937760"/>
            <a:ext cx="7013447" cy="71323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1">
                <a:solidFill>
                  <a:srgbClr val="006B3F"/>
                </a:solidFill>
                <a:latin typeface="Calibri"/>
              </a:defRPr>
            </a:pPr>
            <a:r>
              <a:t>Défi: Essayez Think Deeper sur votre prochaine analyse de conformité ou de risques!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300" b="0">
                <a:solidFill>
                  <a:srgbClr val="CCE0D2"/>
                </a:solidFill>
                <a:latin typeface="Calibri"/>
              </a:defRPr>
            </a:pPr>
            <a:r>
              <a:t>La minute Copilot — À la semaine prochaine!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