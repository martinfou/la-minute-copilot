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Accueil: «Saviez-vous que Copilot peut lire vos documents SharePoint et OneDrive pour vous donner de meilleures réponses? Aujourd'hui on voit comment ça marche et pourquoi c'est utile — et sécuritaire.»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Microsoft Graph simplement: c'est l'API unifiée de Microsoft 365. Copilot l'utilise pour chercher dans vos fichiers, courriels, calendrier, Teams. Mais il ne voit que ce à quoi vous avez déjà accès — mêmes permissions, mêmes restrictions.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différence: sans accès aux données, Copilot répond de façon générique. Avec accès à SharePoint/OneDrive, il peut répondre à partir de vos politiques, procédures, documents internes. C'est ça la vraie valeur de Copilot!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Adapter au contexte de l'institution financière. Montrer des exemples pratiques que les gens vivent au quotidien. Insister sur le fait que la donnée reste dans le tenant Microsoft 365 — elle ne quitte pas l'organisation.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Conseils pratiques: être précis dans la demande, mentionner le site SharePoint ou le nom du fichier. Si Copilot ne trouve pas, vérifier les permissions. Aussi: les fichiers récents sont plus faciles à trouver.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Résumé: Copilot + SharePoint/OneDrive = réponses personnalisées à partir de VOS documents. Mentionner le fichier ou le site dans votre prompt. Les permissions sont respectées.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🤖 La minute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D4F0"/>
                </a:solidFill>
                <a:latin typeface="Calibri"/>
              </a:defRPr>
            </a:pPr>
            <a:r>
              <a:t>🔗 Copilot se connecte à vos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D4F0"/>
                </a:solidFill>
                <a:latin typeface="Calibri"/>
              </a:defRPr>
            </a:pPr>
            <a:r>
              <a:t>SharePoint · OneDrive · Microsoft Graph · Contexte · Sécurité • IT &amp; non-IT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🔗 Comment Copilot accède à vos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Microsoft Graph: le pont entre Copilot et vos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Copilot utilise Microsoft Graph — l'API qui relie tous les services M365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Il peut lire: SharePoint, OneDrive, Teams, Outlook, Calendrier, etc.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Respecte vos permissions existantes: il ne voit que vos documents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Aucun accès supplémentaire — vos droits d'accès sont la seule limite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📁 OneDrive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Vos fichiers personnels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Documents Word, Excel,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PowerPoint, PDF...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✅ Accessibles si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vous êtes le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propriétaire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01752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🏢 SharePoint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6576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Sites d'équipe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et de département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Procédures, politiques,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bibliothèques partagées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✅ Accessibles selon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vos 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01752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🔐 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Mêmes permissions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que votre compte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Aucun accès à des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documents que vous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ne pouvez pas voir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✅ Conforme aux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règles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💡 Pourquoi c'est puissant pour vous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Des réponses qui tiennent compte de VOS documents, pas juste du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Sans contexte: Copilot répond de façon générique, comme ChatGPT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Avec contexte: Copilot utilise VOS documents, VOS procédures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Exemple: «Résume la politique de sécurité informatique» → va chercher le document sur SharePoint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2120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❌ Sans connexion aux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«Écris une politique de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sécurité informatique»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Réponse générique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qui pourrait être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celle de n'importe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quelle entreprise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À jeter ou à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tout réécrire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017520"/>
            <a:ext cx="52120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Avec connexion aux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«Résume notre politique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sécurité disponible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sur SharePoint»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Copilot va chercher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le document, le lit,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et vous fait un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résumé sur mesure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Prêt à utiliser!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🏦 Exemples concrets en institution financière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3 scénarios où le contexte SharePoint/OneDrive change tout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Copilot ne partage pas vos documents — il les lit, point.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Les données restent dans le périmètre Microsoft 365 de l'institution</a:t>
            </a:r>
          </a:p>
          <a:p>
            <a:pPr>
              <a:spcAft>
                <a:spcPts val="4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Les permissions SharePoint sont appliquées — rien de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📋 Scénario 1: Procédures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«Trouve la procédure de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demande d'accès pour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l'application X sur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SharePoint et résume-la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en 5 étapes»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Copilot cherche dans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SharePoint, lit le doc,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résume. 30 secondes!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01752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📊 Scénario 2: Rapports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6576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«Compare les chiffres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ce trimestre avec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ceux du rapport du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trimestre dernier dans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le dossier Partages»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Analyse deux fichiers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OneDrive/SharePoint,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compare, résume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01752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📝 Scénario 3: Réunions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«Résume les notes de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la rencontre de lundi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dans le site SharePoint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l'équipe et liste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les tâches à faire»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Accès au site, lit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le document, liste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les action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💡 Comment bien utiliser le contexte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383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Bon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«Dans le site SharePoint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Informatique, résume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le document Politique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sécurité 2026 en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3 points.»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Copilot sait où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chercher!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383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❌ Prompt vague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«Trouve la politique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 sécurité.»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Copilot ne sait pas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où chercher. Il va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chercher partout ou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répondre de façon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générique.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3383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💡 Rappel sécurité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Copilot respecte vos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permissions existantes.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Données confidentielles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restent confidentielles.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Aucune donnée ne quitte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le tenant M365.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🎯 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011680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AA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B2B"/>
                </a:solidFill>
                <a:latin typeface="Calibri"/>
              </a:defRPr>
            </a:pPr>
            <a:r>
              <a:t>🔗 1. Connexion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Copilot lit vos docs</a:t>
            </a:r>
            <a:br/>
            <a:r>
              <a:t>SharePoint et OneDrive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2011680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AA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B2B"/>
                </a:solidFill>
                <a:latin typeface="Calibri"/>
              </a:defRPr>
            </a:pPr>
            <a:r>
              <a:t>🔐 2. 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92608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Mêmes permissions</a:t>
            </a:r>
            <a:br/>
            <a:r>
              <a:t>que votre compte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AA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B2B"/>
                </a:solidFill>
                <a:latin typeface="Calibri"/>
              </a:defRPr>
            </a:pPr>
            <a:r>
              <a:t>💡 3. Astuce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92608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Mentionnez le site</a:t>
            </a:r>
            <a:br/>
            <a:r>
              <a:t>ou fichier dans le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754880"/>
            <a:ext cx="5760720" cy="1097280"/>
          </a:xfrm>
          <a:prstGeom prst="rect">
            <a:avLst/>
          </a:prstGeom>
          <a:solidFill>
            <a:srgbClr val="FFF3CD"/>
          </a:solidFill>
          <a:ln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937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56E04"/>
                </a:solidFill>
                <a:latin typeface="Calibri"/>
              </a:defRPr>
            </a:pPr>
            <a:r>
              <a:t>🎯 Défi: Essayez «Trouve le document X sur SharePoint et résume-le» cette semaine!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D4F0"/>
                </a:solidFill>
                <a:latin typeface="Calibri"/>
              </a:defRPr>
            </a:pPr>
            <a:r>
              <a:t>La minute Copilot — À la semaine prochaine!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